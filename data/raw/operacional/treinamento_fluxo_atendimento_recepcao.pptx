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abertura. Apresentador deve se apresentar e explicar a duração do treinamento (aproximadamente 40 minutos).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Reforçar que o check-in lento é a principal causa de reclamação de pacientes, segundo pesquisa de satisfação de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encaixes não autorizados geram atraso em cadeia para os demais pacientes do período.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 protocolo completo de agendamento e cancelamento no manual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Encerrar o treinamento e abrir espaço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Treinamento: Fluxo de Atendimento na Recepção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Clínica Vida Plena</a:t>
            </a:r>
          </a:p>
          <a:p>
            <a:r>
              <a:t>Onboarding de novos colaboradores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Check-in do paciente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Confirmar dados cadastrais e convênio</a:t>
            </a:r>
          </a:p>
          <a:p>
            <a:r>
              <a:t>Prazo máximo de 5 minutos para check-in</a:t>
            </a:r>
          </a:p>
          <a:p>
            <a:r>
              <a:t>Priorizar pacientes com consulta agendada sobre encaixes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Agendamento e encaixes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Intervalo padrão de 30 minutos entre consultas</a:t>
            </a:r>
          </a:p>
          <a:p>
            <a:r>
              <a:t>Máximo de 2 encaixes de urgência por período</a:t>
            </a:r>
          </a:p>
          <a:p>
            <a:r>
              <a:t>Encaixes extras exigem aprovação da coordenação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Cancelamentos e no-show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Cancelamento gratuito até 24h antes</a:t>
            </a:r>
          </a:p>
          <a:p>
            <a:r>
              <a:t>Menos de 24h ou falta pode gerar taxa de no-show</a:t>
            </a:r>
          </a:p>
          <a:p>
            <a:r>
              <a:t>Sempre oferecer reagendamento prioritário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Dúvidas e suporte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Dúvidas operacionais: Coordenação de Operações, ramal 4103</a:t>
            </a:r>
          </a:p>
          <a:p>
            <a:r>
              <a:t>Dúvidas de sistema: suporte de TI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