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Apresentação institucional aberta a todos os colaboradores.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Destacar o crescimento como resultado do esforço coletivo de todas as áreas.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prioridade terá um responsável de área e indicadores acompanhados trimestralmente.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RH apresentará o cronograma detalhado em reunião específica no próximo mês.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Planejamento Estratégico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Clínica Vida Plena</a:t>
            </a:r>
          </a:p>
          <a:p>
            <a:r>
              <a:t>Diretoria Executiva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de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12.000 atendimentos realizados (+18% vs. 2024)</a:t>
            </a:r>
          </a:p>
          <a:p>
            <a:r>
              <a:t>Duas unidades em operação</a:t>
            </a:r>
          </a:p>
          <a:p>
            <a:r>
              <a:t>NPS médio de 78 pontos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Prioridades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Reduzir tempo médio de espera em 20%</a:t>
            </a:r>
          </a:p>
          <a:p>
            <a:r>
              <a:t>Ampliar em 30% o número de convênios aceitos</a:t>
            </a:r>
          </a:p>
          <a:p>
            <a:r>
              <a:t>Inaugurar a terceira unidade (Zona Sul)</a:t>
            </a:r>
          </a:p>
          <a:p>
            <a:r>
              <a:t>Certificação em programa de acreditação em qualidade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Investimento em pessoas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Novo programa de treinamento contínuo</a:t>
            </a:r>
          </a:p>
          <a:p>
            <a:r>
              <a:t>Revisão da tabela de benefícios por cargo</a:t>
            </a:r>
          </a:p>
          <a:p>
            <a:r>
              <a:t>Pesquisa de clima organizacional semestral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